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1386" r:id="rId5"/>
    <p:sldId id="1436" r:id="rId6"/>
    <p:sldId id="258" r:id="rId7"/>
  </p:sldIdLst>
  <p:sldSz cx="12192000" cy="6858000"/>
  <p:notesSz cx="6669088" cy="9926638"/>
  <p:custDataLst>
    <p:tags r:id="rId10"/>
  </p:custDataLst>
  <p:defaultTextStyle>
    <a:defPPr>
      <a:defRPr lang="pt-BR"/>
    </a:defPPr>
    <a:lvl1pPr marL="0" algn="l" defTabSz="1072621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36311" algn="l" defTabSz="1072621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72621" algn="l" defTabSz="1072621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608932" algn="l" defTabSz="1072621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45243" algn="l" defTabSz="1072621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81554" algn="l" defTabSz="1072621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17864" algn="l" defTabSz="1072621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754175" algn="l" defTabSz="1072621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90486" algn="l" defTabSz="1072621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BFC85833-E80A-4896-921B-D76D54C328EA}">
          <p14:sldIdLst>
            <p14:sldId id="1386"/>
            <p14:sldId id="1436"/>
            <p14:sldId id="2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7F"/>
    <a:srgbClr val="44546A"/>
    <a:srgbClr val="003F5C"/>
    <a:srgbClr val="FF9B9B"/>
    <a:srgbClr val="FF9393"/>
    <a:srgbClr val="313C41"/>
    <a:srgbClr val="C1E7FF"/>
    <a:srgbClr val="3257A8"/>
    <a:srgbClr val="17A4E0"/>
    <a:srgbClr val="9CC3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A5DDD6-51C1-4D9C-8C26-66A3B19E6C36}" v="1" dt="2026-03-12T14:36:40.8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Estilo Médio 3 - Ênfas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Estilo Médio 4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90" autoAdjust="0"/>
    <p:restoredTop sz="94660"/>
  </p:normalViewPr>
  <p:slideViewPr>
    <p:cSldViewPr snapToGrid="0">
      <p:cViewPr varScale="1">
        <p:scale>
          <a:sx n="82" d="100"/>
          <a:sy n="82" d="100"/>
        </p:scale>
        <p:origin x="942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889938" cy="4964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777607" y="1"/>
            <a:ext cx="2889938" cy="4964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075BA-4AC8-4657-B5DF-53A580E4AB38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9428630"/>
            <a:ext cx="2889938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777607" y="9428630"/>
            <a:ext cx="2889938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F8A7A7-2E13-46C4-BC8F-F09209DFB21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6973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1EB865-99EF-48F5-8834-496CACB86A0F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6988" y="744538"/>
            <a:ext cx="6615112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66909" y="4715153"/>
            <a:ext cx="533527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777607" y="9428583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829970-03F0-46F2-B559-D992AE5B420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57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7262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36311" algn="l" defTabSz="107262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72621" algn="l" defTabSz="107262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608932" algn="l" defTabSz="107262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145243" algn="l" defTabSz="107262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681554" algn="l" defTabSz="107262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17864" algn="l" defTabSz="107262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754175" algn="l" defTabSz="107262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290486" algn="l" defTabSz="1072621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8179" name="Espaço Reservado para Anotaçõ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78180" name="Espaço Reservado para Número de Slid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638D8A4-66E0-4FA2-A590-9714F1168A56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4495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Número de Slide 3"/>
          <p:cNvSpPr>
            <a:spLocks noGrp="1"/>
          </p:cNvSpPr>
          <p:nvPr>
            <p:ph type="sldNum" sz="quarter" idx="4"/>
          </p:nvPr>
        </p:nvSpPr>
        <p:spPr>
          <a:xfrm>
            <a:off x="10992544" y="6087153"/>
            <a:ext cx="968482" cy="366183"/>
          </a:xfrm>
          <a:prstGeom prst="rect">
            <a:avLst/>
          </a:prstGeom>
          <a:noFill/>
        </p:spPr>
        <p:txBody>
          <a:bodyPr vert="horz" lIns="107263" tIns="53630" rIns="107263" bIns="53630" rtlCol="0" anchor="ctr"/>
          <a:lstStyle>
            <a:lvl1pPr algn="r">
              <a:defRPr sz="2400" b="0">
                <a:solidFill>
                  <a:schemeClr val="accent1">
                    <a:lumMod val="75000"/>
                  </a:schemeClr>
                </a:solidFill>
                <a:latin typeface="Arial Narrow" panose="020B0606020202030204" pitchFamily="34" charset="0"/>
              </a:defRPr>
            </a:lvl1pPr>
          </a:lstStyle>
          <a:p>
            <a:fld id="{600965F0-AC44-4473-B95F-006D250D691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5" name="Espaço Reservado para Título 12"/>
          <p:cNvSpPr>
            <a:spLocks noGrp="1"/>
          </p:cNvSpPr>
          <p:nvPr>
            <p:ph type="title"/>
          </p:nvPr>
        </p:nvSpPr>
        <p:spPr>
          <a:xfrm>
            <a:off x="391886" y="172287"/>
            <a:ext cx="6110487" cy="483714"/>
          </a:xfrm>
          <a:prstGeom prst="rect">
            <a:avLst/>
          </a:prstGeom>
        </p:spPr>
        <p:txBody>
          <a:bodyPr lIns="0" anchor="b">
            <a:normAutofit/>
          </a:bodyPr>
          <a:lstStyle>
            <a:lvl1pPr>
              <a:defRPr sz="2400" b="1">
                <a:solidFill>
                  <a:srgbClr val="002060"/>
                </a:solidFill>
              </a:defRPr>
            </a:lvl1pPr>
          </a:lstStyle>
          <a:p>
            <a:pPr marL="0" lvl="0"/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6" name="Espaço Reservado para Texto 6"/>
          <p:cNvSpPr>
            <a:spLocks noGrp="1"/>
          </p:cNvSpPr>
          <p:nvPr>
            <p:ph type="body" sz="quarter" idx="10"/>
          </p:nvPr>
        </p:nvSpPr>
        <p:spPr>
          <a:xfrm>
            <a:off x="519276" y="745556"/>
            <a:ext cx="7410517" cy="52320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normAutofit/>
          </a:bodyPr>
          <a:lstStyle>
            <a:lvl1pPr marL="0" indent="0">
              <a:buNone/>
              <a:defRPr lang="pt-BR" sz="1400" dirty="0" smtClean="0">
                <a:solidFill>
                  <a:schemeClr val="tx1"/>
                </a:solidFill>
                <a:latin typeface="+mj-lt"/>
              </a:defRPr>
            </a:lvl1pPr>
          </a:lstStyle>
          <a:p>
            <a:pPr lvl="0" defTabSz="1191789">
              <a:spcBef>
                <a:spcPct val="50000"/>
              </a:spcBef>
            </a:pPr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1400998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3"/>
          <p:cNvSpPr>
            <a:spLocks noGrp="1"/>
          </p:cNvSpPr>
          <p:nvPr>
            <p:ph type="sldNum" sz="quarter" idx="4"/>
          </p:nvPr>
        </p:nvSpPr>
        <p:spPr>
          <a:xfrm>
            <a:off x="10992544" y="6087153"/>
            <a:ext cx="968482" cy="366183"/>
          </a:xfrm>
          <a:prstGeom prst="rect">
            <a:avLst/>
          </a:prstGeom>
          <a:noFill/>
        </p:spPr>
        <p:txBody>
          <a:bodyPr vert="horz" lIns="107263" tIns="53630" rIns="107263" bIns="53630" rtlCol="0" anchor="ctr"/>
          <a:lstStyle>
            <a:lvl1pPr algn="r">
              <a:defRPr sz="2400" b="0">
                <a:solidFill>
                  <a:schemeClr val="accent1">
                    <a:lumMod val="75000"/>
                  </a:schemeClr>
                </a:solidFill>
                <a:latin typeface="Arial Narrow" panose="020B0606020202030204" pitchFamily="34" charset="0"/>
              </a:defRPr>
            </a:lvl1pPr>
          </a:lstStyle>
          <a:p>
            <a:fld id="{600965F0-AC44-4473-B95F-006D250D691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5" name="Espaço Reservado para Título 12"/>
          <p:cNvSpPr>
            <a:spLocks noGrp="1"/>
          </p:cNvSpPr>
          <p:nvPr>
            <p:ph type="title"/>
          </p:nvPr>
        </p:nvSpPr>
        <p:spPr>
          <a:xfrm>
            <a:off x="391886" y="172287"/>
            <a:ext cx="6110487" cy="483714"/>
          </a:xfrm>
          <a:prstGeom prst="rect">
            <a:avLst/>
          </a:prstGeom>
        </p:spPr>
        <p:txBody>
          <a:bodyPr lIns="0" anchor="b">
            <a:normAutofit/>
          </a:bodyPr>
          <a:lstStyle>
            <a:lvl1pPr>
              <a:defRPr sz="2400" b="1">
                <a:solidFill>
                  <a:srgbClr val="002060"/>
                </a:solidFill>
              </a:defRPr>
            </a:lvl1pPr>
          </a:lstStyle>
          <a:p>
            <a:pPr marL="0" lvl="0"/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8" name="Espaço Reservado para Texto 6"/>
          <p:cNvSpPr>
            <a:spLocks noGrp="1"/>
          </p:cNvSpPr>
          <p:nvPr>
            <p:ph type="body" sz="quarter" idx="10"/>
          </p:nvPr>
        </p:nvSpPr>
        <p:spPr>
          <a:xfrm>
            <a:off x="519276" y="745556"/>
            <a:ext cx="7410517" cy="52320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normAutofit/>
          </a:bodyPr>
          <a:lstStyle>
            <a:lvl1pPr marL="0" indent="0">
              <a:buNone/>
              <a:defRPr lang="pt-BR" sz="1400" dirty="0" smtClean="0">
                <a:solidFill>
                  <a:schemeClr val="tx1"/>
                </a:solidFill>
                <a:latin typeface="+mj-lt"/>
              </a:defRPr>
            </a:lvl1pPr>
          </a:lstStyle>
          <a:p>
            <a:pPr lvl="0" defTabSz="1191789">
              <a:spcBef>
                <a:spcPct val="50000"/>
              </a:spcBef>
            </a:pPr>
            <a:r>
              <a:rPr lang="pt-BR"/>
              <a:t>Editar estilos de texto Mestre</a:t>
            </a:r>
          </a:p>
        </p:txBody>
      </p:sp>
      <p:sp>
        <p:nvSpPr>
          <p:cNvPr id="13" name="Retângulo 12"/>
          <p:cNvSpPr/>
          <p:nvPr userDrawn="1"/>
        </p:nvSpPr>
        <p:spPr>
          <a:xfrm>
            <a:off x="315150" y="1989021"/>
            <a:ext cx="72000" cy="360000"/>
          </a:xfrm>
          <a:prstGeom prst="rect">
            <a:avLst/>
          </a:prstGeom>
          <a:solidFill>
            <a:srgbClr val="2A3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1600" tIns="50800" rIns="101600" bIns="50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560"/>
          </a:p>
        </p:txBody>
      </p:sp>
      <p:sp>
        <p:nvSpPr>
          <p:cNvPr id="14" name="Espaço Reservado para Texto 3"/>
          <p:cNvSpPr>
            <a:spLocks noGrp="1"/>
          </p:cNvSpPr>
          <p:nvPr>
            <p:ph type="body" sz="quarter" idx="11"/>
          </p:nvPr>
        </p:nvSpPr>
        <p:spPr>
          <a:xfrm>
            <a:off x="387150" y="1988840"/>
            <a:ext cx="8661178" cy="3603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80985" indent="0">
              <a:buNone/>
              <a:defRPr/>
            </a:lvl2pPr>
            <a:lvl3pPr marL="761970" indent="0">
              <a:buNone/>
              <a:defRPr/>
            </a:lvl3pPr>
            <a:lvl4pPr marL="1142955" indent="0">
              <a:buNone/>
              <a:defRPr/>
            </a:lvl4pPr>
            <a:lvl5pPr marL="1523939" indent="0"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5" name="Retângulo 14"/>
          <p:cNvSpPr/>
          <p:nvPr userDrawn="1"/>
        </p:nvSpPr>
        <p:spPr>
          <a:xfrm>
            <a:off x="9172250" y="1989021"/>
            <a:ext cx="72000" cy="360000"/>
          </a:xfrm>
          <a:prstGeom prst="rect">
            <a:avLst/>
          </a:prstGeom>
          <a:solidFill>
            <a:srgbClr val="2A3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1600" tIns="50800" rIns="101600" bIns="50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560"/>
          </a:p>
        </p:txBody>
      </p:sp>
      <p:sp>
        <p:nvSpPr>
          <p:cNvPr id="16" name="Espaço Reservado para Texto 3"/>
          <p:cNvSpPr>
            <a:spLocks noGrp="1"/>
          </p:cNvSpPr>
          <p:nvPr>
            <p:ph type="body" sz="quarter" idx="12"/>
          </p:nvPr>
        </p:nvSpPr>
        <p:spPr>
          <a:xfrm>
            <a:off x="9264352" y="1988840"/>
            <a:ext cx="2511238" cy="3603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80985" indent="0">
              <a:buNone/>
              <a:defRPr/>
            </a:lvl2pPr>
            <a:lvl3pPr marL="761970" indent="0">
              <a:buNone/>
              <a:defRPr/>
            </a:lvl3pPr>
            <a:lvl4pPr marL="1142955" indent="0">
              <a:buNone/>
              <a:defRPr/>
            </a:lvl4pPr>
            <a:lvl5pPr marL="1523939" indent="0"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4013961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Número de Slide 3"/>
          <p:cNvSpPr>
            <a:spLocks noGrp="1"/>
          </p:cNvSpPr>
          <p:nvPr>
            <p:ph type="sldNum" sz="quarter" idx="4"/>
          </p:nvPr>
        </p:nvSpPr>
        <p:spPr>
          <a:xfrm>
            <a:off x="10992544" y="6087153"/>
            <a:ext cx="968482" cy="366183"/>
          </a:xfrm>
          <a:prstGeom prst="rect">
            <a:avLst/>
          </a:prstGeom>
          <a:noFill/>
        </p:spPr>
        <p:txBody>
          <a:bodyPr vert="horz" lIns="107263" tIns="53630" rIns="107263" bIns="53630" rtlCol="0" anchor="ctr"/>
          <a:lstStyle>
            <a:lvl1pPr algn="r">
              <a:defRPr sz="2400" b="0">
                <a:solidFill>
                  <a:schemeClr val="accent1">
                    <a:lumMod val="75000"/>
                  </a:schemeClr>
                </a:solidFill>
                <a:latin typeface="Arial Narrow" panose="020B0606020202030204" pitchFamily="34" charset="0"/>
              </a:defRPr>
            </a:lvl1pPr>
          </a:lstStyle>
          <a:p>
            <a:fld id="{600965F0-AC44-4473-B95F-006D250D691F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5" name="Espaço Reservado para Título 12"/>
          <p:cNvSpPr>
            <a:spLocks noGrp="1"/>
          </p:cNvSpPr>
          <p:nvPr>
            <p:ph type="title"/>
          </p:nvPr>
        </p:nvSpPr>
        <p:spPr>
          <a:xfrm>
            <a:off x="391886" y="172287"/>
            <a:ext cx="6110487" cy="483714"/>
          </a:xfrm>
          <a:prstGeom prst="rect">
            <a:avLst/>
          </a:prstGeom>
        </p:spPr>
        <p:txBody>
          <a:bodyPr lIns="0" anchor="b">
            <a:normAutofit/>
          </a:bodyPr>
          <a:lstStyle>
            <a:lvl1pPr>
              <a:defRPr sz="2400" b="1">
                <a:solidFill>
                  <a:srgbClr val="002060"/>
                </a:solidFill>
              </a:defRPr>
            </a:lvl1pPr>
          </a:lstStyle>
          <a:p>
            <a:pPr marL="0" lvl="0"/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8" name="Espaço Reservado para Texto 6"/>
          <p:cNvSpPr>
            <a:spLocks noGrp="1"/>
          </p:cNvSpPr>
          <p:nvPr>
            <p:ph type="body" sz="quarter" idx="10"/>
          </p:nvPr>
        </p:nvSpPr>
        <p:spPr>
          <a:xfrm>
            <a:off x="519276" y="745556"/>
            <a:ext cx="7410517" cy="523205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0" tIns="0" rIns="0" bIns="0">
            <a:normAutofit/>
          </a:bodyPr>
          <a:lstStyle>
            <a:lvl1pPr marL="0" indent="0">
              <a:buNone/>
              <a:defRPr lang="pt-BR" sz="1400" dirty="0" smtClean="0">
                <a:solidFill>
                  <a:schemeClr val="tx1"/>
                </a:solidFill>
                <a:latin typeface="+mj-lt"/>
              </a:defRPr>
            </a:lvl1pPr>
          </a:lstStyle>
          <a:p>
            <a:pPr lvl="0" defTabSz="1191789">
              <a:spcBef>
                <a:spcPct val="50000"/>
              </a:spcBef>
            </a:pPr>
            <a:r>
              <a:rPr lang="pt-BR"/>
              <a:t>Editar estilos de texto Mestre</a:t>
            </a:r>
          </a:p>
        </p:txBody>
      </p:sp>
      <p:sp>
        <p:nvSpPr>
          <p:cNvPr id="9" name="Retângulo 8"/>
          <p:cNvSpPr/>
          <p:nvPr userDrawn="1"/>
        </p:nvSpPr>
        <p:spPr>
          <a:xfrm>
            <a:off x="315150" y="1989021"/>
            <a:ext cx="72000" cy="360000"/>
          </a:xfrm>
          <a:prstGeom prst="rect">
            <a:avLst/>
          </a:prstGeom>
          <a:solidFill>
            <a:srgbClr val="2A34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1600" tIns="50800" rIns="101600" bIns="50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560"/>
          </a:p>
        </p:txBody>
      </p:sp>
      <p:sp>
        <p:nvSpPr>
          <p:cNvPr id="10" name="Espaço Reservado para Texto 3"/>
          <p:cNvSpPr>
            <a:spLocks noGrp="1"/>
          </p:cNvSpPr>
          <p:nvPr>
            <p:ph type="body" sz="quarter" idx="11"/>
          </p:nvPr>
        </p:nvSpPr>
        <p:spPr>
          <a:xfrm>
            <a:off x="387150" y="1988840"/>
            <a:ext cx="5637068" cy="3603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80985" indent="0">
              <a:buNone/>
              <a:defRPr/>
            </a:lvl2pPr>
            <a:lvl3pPr marL="761970" indent="0">
              <a:buNone/>
              <a:defRPr/>
            </a:lvl3pPr>
            <a:lvl4pPr marL="1142955" indent="0">
              <a:buNone/>
              <a:defRPr/>
            </a:lvl4pPr>
            <a:lvl5pPr marL="1523939" indent="0"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3009729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52386" y="152376"/>
            <a:ext cx="10287072" cy="619149"/>
          </a:xfrm>
          <a:prstGeom prst="rect">
            <a:avLst/>
          </a:prstGeom>
        </p:spPr>
        <p:txBody>
          <a:bodyPr lIns="104306" tIns="52153" rIns="104306" bIns="52153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pt-BR" sz="3356" b="1" dirty="0">
                <a:solidFill>
                  <a:srgbClr val="2E5875"/>
                </a:solidFill>
                <a:latin typeface="Arial Narrow" pitchFamily="34" charset="0"/>
                <a:ea typeface="+mj-ea"/>
                <a:cs typeface="+mj-cs"/>
              </a:defRPr>
            </a:lvl1pPr>
          </a:lstStyle>
          <a:p>
            <a:r>
              <a:rPr lang="pt-BR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4112108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1" r="2392" b="6946"/>
          <a:stretch/>
        </p:blipFill>
        <p:spPr>
          <a:xfrm>
            <a:off x="-17253" y="0"/>
            <a:ext cx="122161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6099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1" r="2392" b="6946"/>
          <a:stretch/>
        </p:blipFill>
        <p:spPr>
          <a:xfrm>
            <a:off x="-17253" y="0"/>
            <a:ext cx="122161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8939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/>
          <p:cNvGraphicFramePr>
            <a:graphicFrameLocks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34168240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9" imgW="473" imgH="473" progId="TCLayout.ActiveDocument.1">
                  <p:embed/>
                </p:oleObj>
              </mc:Choice>
              <mc:Fallback>
                <p:oleObj name="Slide do think-cell" r:id="rId9" imgW="473" imgH="473" progId="TCLayout.ActiveDocument.1">
                  <p:embed/>
                  <p:pic>
                    <p:nvPicPr>
                      <p:cNvPr id="4" name="think-cell data - do not delete" hidden="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Imagem 1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4392" y="188640"/>
            <a:ext cx="2174250" cy="1000512"/>
          </a:xfrm>
          <a:prstGeom prst="rect">
            <a:avLst/>
          </a:prstGeom>
        </p:spPr>
      </p:pic>
      <p:sp>
        <p:nvSpPr>
          <p:cNvPr id="3" name="MSIPCMContentMarking" descr="{&quot;HashCode&quot;:-75512786,&quot;Placement&quot;:&quot;Header&quot;,&quot;Top&quot;:0.0,&quot;Left&quot;:450.693634,&quot;SlideWidth&quot;:960,&quot;SlideHeight&quot;:540}">
            <a:extLst>
              <a:ext uri="{FF2B5EF4-FFF2-40B4-BE49-F238E27FC236}">
                <a16:creationId xmlns:a16="http://schemas.microsoft.com/office/drawing/2014/main" id="{771DA0B8-32C9-77CE-1B26-A2346E6942A4}"/>
              </a:ext>
            </a:extLst>
          </p:cNvPr>
          <p:cNvSpPr txBox="1"/>
          <p:nvPr userDrawn="1"/>
        </p:nvSpPr>
        <p:spPr>
          <a:xfrm>
            <a:off x="5723809" y="0"/>
            <a:ext cx="744382" cy="21764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pt-BR" sz="800">
                <a:solidFill>
                  <a:srgbClr val="000000"/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5700131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7" r:id="rId4"/>
    <p:sldLayoutId id="2147483658" r:id="rId5"/>
    <p:sldLayoutId id="2147483659" r:id="rId6"/>
  </p:sldLayoutIdLst>
  <p:hf hdr="0" ftr="0" dt="0"/>
  <p:txStyles>
    <p:titleStyle>
      <a:lvl1pPr algn="l" defTabSz="1072648" rtl="0" eaLnBrk="1" latinLnBrk="0" hangingPunct="1">
        <a:spcBef>
          <a:spcPct val="0"/>
        </a:spcBef>
        <a:buNone/>
        <a:defRPr sz="2800" b="1" kern="1200">
          <a:solidFill>
            <a:srgbClr val="1F163A"/>
          </a:solidFill>
          <a:latin typeface="Arial Narrow" panose="020B0606020202030204" pitchFamily="34" charset="0"/>
          <a:ea typeface="+mj-ea"/>
          <a:cs typeface="+mj-cs"/>
        </a:defRPr>
      </a:lvl1pPr>
    </p:titleStyle>
    <p:bodyStyle>
      <a:lvl1pPr marL="402243" indent="-402243" algn="l" defTabSz="1072648" rtl="0" eaLnBrk="1" latinLnBrk="0" hangingPunct="1">
        <a:spcBef>
          <a:spcPct val="20000"/>
        </a:spcBef>
        <a:buFont typeface="Arial" panose="020B0604020202020204" pitchFamily="34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1pPr>
      <a:lvl2pPr marL="871527" indent="-335203" algn="l" defTabSz="1072648" rtl="0" eaLnBrk="1" latinLnBrk="0" hangingPunct="1">
        <a:spcBef>
          <a:spcPct val="20000"/>
        </a:spcBef>
        <a:buFont typeface="Arial" panose="020B0604020202020204" pitchFamily="34" charset="0"/>
        <a:buChar char="–"/>
        <a:defRPr sz="3300" kern="1200">
          <a:solidFill>
            <a:schemeClr val="tx1"/>
          </a:solidFill>
          <a:latin typeface="+mn-lt"/>
          <a:ea typeface="+mn-ea"/>
          <a:cs typeface="+mn-cs"/>
        </a:defRPr>
      </a:lvl2pPr>
      <a:lvl3pPr marL="1340810" indent="-268162" algn="l" defTabSz="1072648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77135" indent="-268162" algn="l" defTabSz="1072648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413458" indent="-268162" algn="l" defTabSz="1072648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949783" indent="-268162" algn="l" defTabSz="1072648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86107" indent="-268162" algn="l" defTabSz="1072648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22432" indent="-268162" algn="l" defTabSz="1072648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58755" indent="-268162" algn="l" defTabSz="1072648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07264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6325" algn="l" defTabSz="107264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72648" algn="l" defTabSz="107264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8973" algn="l" defTabSz="107264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45297" algn="l" defTabSz="107264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81621" algn="l" defTabSz="107264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17944" algn="l" defTabSz="107264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54269" algn="l" defTabSz="107264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90593" algn="l" defTabSz="107264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2;p1">
            <a:extLst>
              <a:ext uri="{FF2B5EF4-FFF2-40B4-BE49-F238E27FC236}">
                <a16:creationId xmlns:a16="http://schemas.microsoft.com/office/drawing/2014/main" id="{36B0976A-2E30-048B-6A7D-11F97D3305B8}"/>
              </a:ext>
            </a:extLst>
          </p:cNvPr>
          <p:cNvSpPr txBox="1"/>
          <p:nvPr/>
        </p:nvSpPr>
        <p:spPr>
          <a:xfrm>
            <a:off x="91027" y="2414394"/>
            <a:ext cx="8787501" cy="2606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425" tIns="71425" rIns="71425" bIns="7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D97"/>
              </a:buClr>
              <a:buSzPts val="7000"/>
              <a:buFont typeface="Open Sans"/>
              <a:buNone/>
            </a:pPr>
            <a:r>
              <a:rPr lang="pt-BR" sz="2000" b="1" kern="0" dirty="0">
                <a:latin typeface="Aptos" panose="020B0004020202020204" pitchFamily="34" charset="0"/>
                <a:sym typeface="Open Sans"/>
              </a:rPr>
              <a:t>ANA AT XXX-26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D97"/>
              </a:buClr>
              <a:buSzPts val="7000"/>
              <a:buFont typeface="Open Sans"/>
              <a:buNone/>
            </a:pPr>
            <a:r>
              <a:rPr lang="pt-BR" sz="2000" b="1" kern="0" dirty="0">
                <a:latin typeface="Aptos" panose="020B0004020202020204" pitchFamily="34" charset="0"/>
                <a:sym typeface="Open Sans"/>
              </a:rPr>
              <a:t>Desarme do DJ BBBB da SE XXX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D97"/>
              </a:buClr>
              <a:buSzPts val="7000"/>
              <a:buFont typeface="Open Sans"/>
              <a:buNone/>
            </a:pPr>
            <a:endParaRPr lang="pt-BR" sz="2000" b="1" kern="0" dirty="0">
              <a:latin typeface="Aptos" panose="020B0004020202020204" pitchFamily="34" charset="0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D97"/>
              </a:buClr>
              <a:buSzPts val="7000"/>
              <a:buFont typeface="Open Sans"/>
              <a:buNone/>
            </a:pPr>
            <a:r>
              <a:rPr lang="pt-BR" sz="2000" b="1" kern="0" dirty="0">
                <a:latin typeface="Aptos" panose="020B0004020202020204" pitchFamily="34" charset="0"/>
                <a:sym typeface="Open Sans"/>
              </a:rPr>
              <a:t>Distribuidora Equatorial Piauí</a:t>
            </a:r>
            <a:endParaRPr lang="pt-BR" sz="2000" b="1" kern="0" dirty="0">
              <a:latin typeface="Aptos" panose="020B0004020202020204" pitchFamily="34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D97"/>
              </a:buClr>
              <a:buSzPts val="7000"/>
              <a:buFont typeface="Open Sans"/>
              <a:buNone/>
            </a:pPr>
            <a:r>
              <a:rPr lang="pt-BR" sz="2000" b="1" kern="0" dirty="0">
                <a:latin typeface="Aptos" panose="020B0004020202020204" pitchFamily="34" charset="0"/>
              </a:rPr>
              <a:t>Gerência Centro de Operações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D97"/>
              </a:buClr>
              <a:buSzPts val="7000"/>
              <a:buFont typeface="Open Sans"/>
              <a:buNone/>
            </a:pPr>
            <a:endParaRPr lang="pt-BR" sz="2000" b="1" kern="0" dirty="0">
              <a:latin typeface="Aptos" panose="020B0004020202020204" pitchFamily="34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D97"/>
              </a:buClr>
              <a:buSzPts val="7000"/>
              <a:buFont typeface="Open Sans"/>
              <a:buNone/>
            </a:pPr>
            <a:r>
              <a:rPr lang="pt-BR" sz="2000" b="1" kern="0" dirty="0">
                <a:latin typeface="Aptos" panose="020B0004020202020204" pitchFamily="34" charset="0"/>
                <a:sym typeface="Open Sans"/>
              </a:rPr>
              <a:t>Data da ocorrência: 01/01/2026</a:t>
            </a:r>
            <a:endParaRPr lang="pt-BR" sz="2000" b="1" kern="0" dirty="0">
              <a:latin typeface="Aptos" panose="020B0004020202020204" pitchFamily="34" charset="0"/>
            </a:endParaRPr>
          </a:p>
          <a:p>
            <a:pPr>
              <a:buClr>
                <a:srgbClr val="0C3D97"/>
              </a:buClr>
              <a:buSzPts val="7000"/>
            </a:pPr>
            <a:r>
              <a:rPr lang="pt-BR" sz="2000" b="1" kern="0" dirty="0">
                <a:latin typeface="Aptos" panose="020B0004020202020204" pitchFamily="34" charset="0"/>
                <a:sym typeface="Open Sans"/>
              </a:rPr>
              <a:t>Data de Emissão:      01/01/2026</a:t>
            </a:r>
            <a:endParaRPr lang="pt-BR" sz="2000" kern="0" dirty="0">
              <a:solidFill>
                <a:srgbClr val="000000"/>
              </a:solidFill>
              <a:latin typeface="Aptos" panose="020B0004020202020204" pitchFamily="34" charset="0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87779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7154" name="Objeto 2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395" imgH="396" progId="TCLayout.ActiveDocument.1">
                  <p:embed/>
                </p:oleObj>
              </mc:Choice>
              <mc:Fallback>
                <p:oleObj name="Slide do think-cell" r:id="rId4" imgW="395" imgH="396" progId="TCLayout.ActiveDocument.1">
                  <p:embed/>
                  <p:pic>
                    <p:nvPicPr>
                      <p:cNvPr id="177154" name="Objeto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0162AA91-A697-B5CC-2A69-73CBB61FDCB6}"/>
              </a:ext>
            </a:extLst>
          </p:cNvPr>
          <p:cNvCxnSpPr/>
          <p:nvPr/>
        </p:nvCxnSpPr>
        <p:spPr>
          <a:xfrm>
            <a:off x="134938" y="739775"/>
            <a:ext cx="8048625" cy="0"/>
          </a:xfrm>
          <a:prstGeom prst="line">
            <a:avLst/>
          </a:prstGeom>
          <a:ln>
            <a:solidFill>
              <a:schemeClr val="tx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Pentágono 79"/>
          <p:cNvSpPr/>
          <p:nvPr/>
        </p:nvSpPr>
        <p:spPr>
          <a:xfrm>
            <a:off x="0" y="139700"/>
            <a:ext cx="407988" cy="338138"/>
          </a:xfrm>
          <a:prstGeom prst="homePlate">
            <a:avLst/>
          </a:prstGeom>
          <a:solidFill>
            <a:srgbClr val="1F497D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107262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arrow" panose="020B0606020202030204" pitchFamily="34" charset="0"/>
              <a:ea typeface="+mn-ea"/>
              <a:cs typeface="+mn-cs"/>
            </a:endParaRPr>
          </a:p>
        </p:txBody>
      </p:sp>
      <p:sp>
        <p:nvSpPr>
          <p:cNvPr id="70" name="Google Shape;720;p22"/>
          <p:cNvSpPr/>
          <p:nvPr/>
        </p:nvSpPr>
        <p:spPr>
          <a:xfrm>
            <a:off x="109538" y="794149"/>
            <a:ext cx="11839348" cy="47262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lIns="91425" tIns="91425" rIns="91425" bIns="91425" anchor="ctr"/>
          <a:lstStyle/>
          <a:p>
            <a:pPr lvl="0" defTabSz="914400">
              <a:buClr>
                <a:srgbClr val="000000"/>
              </a:buClr>
              <a:defRPr/>
            </a:pPr>
            <a:r>
              <a:rPr lang="en-US" sz="1800" kern="0" noProof="0" dirty="0" err="1">
                <a:solidFill>
                  <a:srgbClr val="FFFFFF"/>
                </a:solidFill>
                <a:latin typeface="Aptos" panose="020B0004020202020204" pitchFamily="34" charset="0"/>
                <a:ea typeface="Fira Sans Extra Condensed"/>
                <a:cs typeface="Fira Sans Extra Condensed"/>
                <a:sym typeface="Fira Sans Extra Condensed"/>
              </a:rPr>
              <a:t>Registro</a:t>
            </a:r>
            <a:r>
              <a:rPr lang="en-US" sz="1800" kern="0" dirty="0">
                <a:solidFill>
                  <a:srgbClr val="FFFFFF"/>
                </a:solidFill>
                <a:latin typeface="Aptos" panose="020B0004020202020204" pitchFamily="34" charset="0"/>
                <a:ea typeface="Fira Sans Extra Condensed"/>
                <a:cs typeface="Fira Sans Extra Condensed"/>
                <a:sym typeface="Fira Sans Extra Condensed"/>
              </a:rPr>
              <a:t>s</a:t>
            </a:r>
            <a:r>
              <a:rPr lang="en" sz="1800" kern="0" noProof="0" dirty="0">
                <a:solidFill>
                  <a:srgbClr val="FFFFFF"/>
                </a:solidFill>
                <a:latin typeface="Aptos" panose="020B0004020202020204" pitchFamily="34" charset="0"/>
                <a:ea typeface="Fira Sans Extra Condensed"/>
                <a:cs typeface="Fira Sans Extra Condensed"/>
                <a:sym typeface="Fira Sans Extra Condensed"/>
              </a:rPr>
              <a:t> de Eventos e Oscilografia</a:t>
            </a:r>
            <a:endParaRPr kumimoji="0" sz="180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71" name="Retângulo 70"/>
          <p:cNvSpPr/>
          <p:nvPr/>
        </p:nvSpPr>
        <p:spPr>
          <a:xfrm>
            <a:off x="134938" y="1305021"/>
            <a:ext cx="6218970" cy="3428984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160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pt-BR" sz="160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109539" y="5108896"/>
            <a:ext cx="11839348" cy="164424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endParaRPr lang="pt-BR" sz="1400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pt-BR" sz="14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8" name="Google Shape;720;p22"/>
          <p:cNvSpPr/>
          <p:nvPr/>
        </p:nvSpPr>
        <p:spPr>
          <a:xfrm>
            <a:off x="109538" y="4795458"/>
            <a:ext cx="11839348" cy="3388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lIns="91425" tIns="91425" rIns="91425" bIns="91425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pt-BR" sz="1800" kern="0" noProof="0">
                <a:solidFill>
                  <a:srgbClr val="FFFFFF"/>
                </a:solidFill>
                <a:latin typeface="Aptos" panose="020B0004020202020204" pitchFamily="34" charset="0"/>
                <a:ea typeface="Fira Sans Extra Condensed"/>
                <a:cs typeface="Fira Sans Extra Condensed"/>
                <a:sym typeface="Fira Sans Extra Condensed"/>
              </a:rPr>
              <a:t>Análise de Desempenho da Proteção</a:t>
            </a:r>
            <a:endParaRPr kumimoji="0" sz="180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B0004020202020204" pitchFamily="34" charset="0"/>
              <a:ea typeface="Fira Sans Extra Condensed"/>
              <a:cs typeface="Fira Sans Extra Condensed"/>
              <a:sym typeface="Fira Sans Extra Condensed"/>
            </a:endParaRP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3770652"/>
              </p:ext>
            </p:extLst>
          </p:nvPr>
        </p:nvGraphicFramePr>
        <p:xfrm>
          <a:off x="6457243" y="1297057"/>
          <a:ext cx="5491643" cy="34369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9993">
                  <a:extLst>
                    <a:ext uri="{9D8B030D-6E8A-4147-A177-3AD203B41FA5}">
                      <a16:colId xmlns:a16="http://schemas.microsoft.com/office/drawing/2014/main" val="3611155492"/>
                    </a:ext>
                  </a:extLst>
                </a:gridCol>
                <a:gridCol w="3261650">
                  <a:extLst>
                    <a:ext uri="{9D8B030D-6E8A-4147-A177-3AD203B41FA5}">
                      <a16:colId xmlns:a16="http://schemas.microsoft.com/office/drawing/2014/main" val="653621674"/>
                    </a:ext>
                  </a:extLst>
                </a:gridCol>
              </a:tblGrid>
              <a:tr h="275242">
                <a:tc>
                  <a:txBody>
                    <a:bodyPr/>
                    <a:lstStyle/>
                    <a:p>
                      <a:pPr algn="r"/>
                      <a:r>
                        <a:rPr lang="pt-BR" sz="110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TIPO DE DEFEITO:</a:t>
                      </a:r>
                      <a:endParaRPr lang="en-US" sz="1100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chemeClr val="bg1"/>
                          </a:solidFill>
                          <a:latin typeface="Aptos" panose="020B0004020202020204" pitchFamily="34" charset="0"/>
                        </a:rPr>
                        <a:t>TRIFASICO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368476"/>
                  </a:ext>
                </a:extLst>
              </a:tr>
              <a:tr h="433855">
                <a:tc>
                  <a:txBody>
                    <a:bodyPr/>
                    <a:lstStyle/>
                    <a:p>
                      <a:pPr algn="r"/>
                      <a:r>
                        <a:rPr lang="pt-BR" sz="1100" b="1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CORRENTE DE CARGA</a:t>
                      </a:r>
                      <a:r>
                        <a:rPr lang="pt-BR" sz="1100" b="1" baseline="0" dirty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: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ptos" panose="020B0004020202020204" pitchFamily="34" charset="0"/>
                        </a:rPr>
                        <a:t>N/D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452960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algn="r"/>
                      <a:r>
                        <a:rPr lang="en-US" sz="1100" b="1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PROTEÇÃO</a:t>
                      </a:r>
                      <a:r>
                        <a:rPr lang="en-US" sz="1100" b="1" baseline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 ATUADA:</a:t>
                      </a:r>
                      <a:endParaRPr lang="en-US" sz="1100" b="1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ptos" panose="020B0004020202020204" pitchFamily="34" charset="0"/>
                        </a:rPr>
                        <a:t>50P1T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393609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algn="r"/>
                      <a:r>
                        <a:rPr lang="en-US" sz="1100" b="1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HORÁRIO</a:t>
                      </a:r>
                      <a:r>
                        <a:rPr lang="en-US" sz="1100" b="1" baseline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 DO DISPARO (RELÉ)</a:t>
                      </a:r>
                      <a:endParaRPr lang="en-US" sz="1100" b="1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ptos" panose="020B0004020202020204" pitchFamily="34" charset="0"/>
                        </a:rPr>
                        <a:t>16:02:23.950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010518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algn="r"/>
                      <a:r>
                        <a:rPr lang="pt-BR" sz="1100" b="1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RELIGAMENTO</a:t>
                      </a:r>
                      <a:r>
                        <a:rPr lang="pt-BR" sz="1100" b="1" baseline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 AUTOMÁTICO:</a:t>
                      </a:r>
                      <a:endParaRPr lang="en-US" sz="1100" b="1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ptos" panose="020B0004020202020204" pitchFamily="34" charset="0"/>
                        </a:rPr>
                        <a:t>SIM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129187"/>
                  </a:ext>
                </a:extLst>
              </a:tr>
              <a:tr h="429301">
                <a:tc>
                  <a:txBody>
                    <a:bodyPr/>
                    <a:lstStyle/>
                    <a:p>
                      <a:pPr algn="r"/>
                      <a:r>
                        <a:rPr lang="pt-BR" sz="1100" b="1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TEMPO</a:t>
                      </a:r>
                      <a:r>
                        <a:rPr lang="pt-BR" sz="1100" b="1" baseline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 DE ATUAÇÃO REAL (RELÉ):</a:t>
                      </a:r>
                      <a:endParaRPr lang="en-US" sz="1100" b="1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ptos" panose="020B0004020202020204" pitchFamily="34" charset="0"/>
                        </a:rPr>
                        <a:t>00:00:00.034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776144"/>
                  </a:ext>
                </a:extLst>
              </a:tr>
              <a:tr h="429301">
                <a:tc>
                  <a:txBody>
                    <a:bodyPr/>
                    <a:lstStyle/>
                    <a:p>
                      <a:pPr algn="r"/>
                      <a:r>
                        <a:rPr lang="pt-BR" sz="1100" b="1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TEMPO DE ATUAÇÃO ESPERADO:</a:t>
                      </a:r>
                      <a:endParaRPr lang="en-US" sz="1100" b="1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ptos" panose="020B0004020202020204" pitchFamily="34" charset="0"/>
                        </a:rPr>
                        <a:t>00:00:00.030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384360"/>
                  </a:ext>
                </a:extLst>
              </a:tr>
              <a:tr h="429301">
                <a:tc>
                  <a:txBody>
                    <a:bodyPr/>
                    <a:lstStyle/>
                    <a:p>
                      <a:pPr algn="r"/>
                      <a:r>
                        <a:rPr lang="pt-BR" sz="1100" b="1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TEMPO DE RESPOSTA MECÂNICA:</a:t>
                      </a:r>
                      <a:endParaRPr lang="en-US" sz="1100" b="1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ptos" panose="020B0004020202020204" pitchFamily="34" charset="0"/>
                        </a:rPr>
                        <a:t>62ms  (referencia &lt; 100ms)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911115"/>
                  </a:ext>
                </a:extLst>
              </a:tr>
              <a:tr h="275242">
                <a:tc>
                  <a:txBody>
                    <a:bodyPr/>
                    <a:lstStyle/>
                    <a:p>
                      <a:pPr algn="r"/>
                      <a:r>
                        <a:rPr lang="pt-BR" sz="1100" b="1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LOCALIZADOR DE FALTA:</a:t>
                      </a:r>
                      <a:endParaRPr lang="en-US" sz="1100" b="1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ptos" panose="020B0004020202020204" pitchFamily="34" charset="0"/>
                        </a:rPr>
                        <a:t>SIM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740562"/>
                  </a:ext>
                </a:extLst>
              </a:tr>
              <a:tr h="338980">
                <a:tc>
                  <a:txBody>
                    <a:bodyPr/>
                    <a:lstStyle/>
                    <a:p>
                      <a:pPr algn="r"/>
                      <a:r>
                        <a:rPr lang="pt-BR" sz="1100" b="1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DISTÂNCIA</a:t>
                      </a:r>
                      <a:r>
                        <a:rPr lang="pt-BR" sz="1100" b="1" baseline="0">
                          <a:solidFill>
                            <a:schemeClr val="tx1"/>
                          </a:solidFill>
                          <a:latin typeface="Aptos" panose="020B0004020202020204" pitchFamily="34" charset="0"/>
                        </a:rPr>
                        <a:t> REAL DO DEFEITO:</a:t>
                      </a:r>
                      <a:endParaRPr lang="en-US" sz="1100" b="1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>
                          <a:latin typeface="Aptos" panose="020B0004020202020204" pitchFamily="34" charset="0"/>
                        </a:rPr>
                        <a:t>8.89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607931"/>
                  </a:ext>
                </a:extLst>
              </a:tr>
            </a:tbl>
          </a:graphicData>
        </a:graphic>
      </p:graphicFrame>
      <p:sp>
        <p:nvSpPr>
          <p:cNvPr id="2" name="AutoShape 14">
            <a:extLst>
              <a:ext uri="{FF2B5EF4-FFF2-40B4-BE49-F238E27FC236}">
                <a16:creationId xmlns:a16="http://schemas.microsoft.com/office/drawing/2014/main" id="{6C425C24-4D20-70E1-B600-4012F72DC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415" y="100181"/>
            <a:ext cx="11595871" cy="422723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wrap="none" anchor="ctr"/>
          <a:lstStyle/>
          <a:p>
            <a:pPr defTabSz="914400" eaLnBrk="0" hangingPunct="0">
              <a:defRPr/>
            </a:pPr>
            <a:r>
              <a:rPr lang="pt-BR" sz="2000" b="1" kern="0" dirty="0">
                <a:solidFill>
                  <a:srgbClr val="1F497D">
                    <a:lumMod val="50000"/>
                  </a:srgbClr>
                </a:solidFill>
                <a:latin typeface="Aptos" panose="020B0004020202020204" pitchFamily="34" charset="0"/>
              </a:rPr>
              <a:t>DESLIGAMENTO DO DJ BBBB  NO DIA XX/YY/ZZZZ </a:t>
            </a:r>
            <a:r>
              <a:rPr kumimoji="0" lang="pt-BR" sz="2000" b="1" i="0" u="none" strike="noStrike" kern="0" cap="none" spc="0" normalizeH="0" baseline="0" noProof="0" dirty="0">
                <a:ln>
                  <a:noFill/>
                </a:ln>
                <a:solidFill>
                  <a:srgbClr val="1F497D">
                    <a:lumMod val="50000"/>
                  </a:srgbClr>
                </a:solidFill>
                <a:effectLst/>
                <a:uLnTx/>
                <a:uFillTx/>
                <a:latin typeface="Aptos" panose="020B0004020202020204" pitchFamily="34" charset="0"/>
              </a:rPr>
              <a:t>– ANÁLISE DA PROTEÇÃO – 1 DE 1</a:t>
            </a:r>
          </a:p>
        </p:txBody>
      </p:sp>
    </p:spTree>
    <p:extLst>
      <p:ext uri="{BB962C8B-B14F-4D97-AF65-F5344CB8AC3E}">
        <p14:creationId xmlns:p14="http://schemas.microsoft.com/office/powerpoint/2010/main" val="3386183588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7103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588&quot;/&gt;&lt;CPresentation id=&quot;1&quot;&gt;&lt;m_precDefaultOrdinal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>
            <a:lumMod val="50000"/>
          </a:schemeClr>
        </a:solidFill>
        <a:ln>
          <a:noFill/>
        </a:ln>
        <a:effectLst/>
      </a:spPr>
      <a:bodyPr rtlCol="0" anchor="ctr"/>
      <a:lstStyle>
        <a:defPPr algn="ctr">
          <a:defRPr sz="1800" dirty="0" smtClean="0">
            <a:latin typeface="Arial Narrow" panose="020B060602020203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sz="1600" dirty="0" smtClean="0">
            <a:latin typeface="Arial Narrow" panose="020B06060202020302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EE1501F03CA3A469B1571C266769B39" ma:contentTypeVersion="15" ma:contentTypeDescription="Crie um novo documento." ma:contentTypeScope="" ma:versionID="c4b7b1ae47ef9ebd32309cc4bfc9afc3">
  <xsd:schema xmlns:xsd="http://www.w3.org/2001/XMLSchema" xmlns:xs="http://www.w3.org/2001/XMLSchema" xmlns:p="http://schemas.microsoft.com/office/2006/metadata/properties" xmlns:ns2="77e27ab2-cf69-4632-b9d5-05b2cd20ede9" xmlns:ns3="8049805f-ae2a-45c2-83a4-29bcb954d2c0" targetNamespace="http://schemas.microsoft.com/office/2006/metadata/properties" ma:root="true" ma:fieldsID="db64c2135ec15c3d405261ca442d99da" ns2:_="" ns3:_="">
    <xsd:import namespace="77e27ab2-cf69-4632-b9d5-05b2cd20ede9"/>
    <xsd:import namespace="8049805f-ae2a-45c2-83a4-29bcb954d2c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e27ab2-cf69-4632-b9d5-05b2cd20ed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296ee902-957c-4640-87b6-40205da5e26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49805f-ae2a-45c2-83a4-29bcb954d2c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70309bf5-99fa-454d-8a88-600505d73e27}" ma:internalName="TaxCatchAll" ma:showField="CatchAllData" ma:web="8049805f-ae2a-45c2-83a4-29bcb954d2c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049805f-ae2a-45c2-83a4-29bcb954d2c0" xsi:nil="true"/>
    <lcf76f155ced4ddcb4097134ff3c332f xmlns="77e27ab2-cf69-4632-b9d5-05b2cd20ede9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49B3DD0-7D0E-4515-BAF2-414E17542338}">
  <ds:schemaRefs>
    <ds:schemaRef ds:uri="77e27ab2-cf69-4632-b9d5-05b2cd20ede9"/>
    <ds:schemaRef ds:uri="8049805f-ae2a-45c2-83a4-29bcb954d2c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432CC4D-504E-4C24-8552-96107D18A4C0}">
  <ds:schemaRefs>
    <ds:schemaRef ds:uri="http://www.w3.org/XML/1998/namespace"/>
    <ds:schemaRef ds:uri="http://purl.org/dc/terms/"/>
    <ds:schemaRef ds:uri="77e27ab2-cf69-4632-b9d5-05b2cd20ede9"/>
    <ds:schemaRef ds:uri="http://schemas.microsoft.com/office/infopath/2007/PartnerControls"/>
    <ds:schemaRef ds:uri="8049805f-ae2a-45c2-83a4-29bcb954d2c0"/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B125705C-883B-4893-B158-9444686A6F5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432</TotalTime>
  <Words>120</Words>
  <Application>Microsoft Office PowerPoint</Application>
  <PresentationFormat>Widescreen</PresentationFormat>
  <Paragraphs>32</Paragraphs>
  <Slides>3</Slides>
  <Notes>1</Notes>
  <HiddenSlides>0</HiddenSlides>
  <MMClips>0</MMClips>
  <ScaleCrop>false</ScaleCrop>
  <HeadingPairs>
    <vt:vector size="8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11" baseType="lpstr">
      <vt:lpstr>Aptos</vt:lpstr>
      <vt:lpstr>Arial</vt:lpstr>
      <vt:lpstr>Arial Narrow</vt:lpstr>
      <vt:lpstr>Calibri</vt:lpstr>
      <vt:lpstr>Open Sans</vt:lpstr>
      <vt:lpstr>Wingdings</vt:lpstr>
      <vt:lpstr>Tema do Office</vt:lpstr>
      <vt:lpstr>Slide do think-cell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 Machado Gondim</dc:creator>
  <cp:lastModifiedBy>Sebastiao Wylque v Freitas da Silva</cp:lastModifiedBy>
  <cp:revision>26</cp:revision>
  <cp:lastPrinted>2016-08-04T13:52:27Z</cp:lastPrinted>
  <dcterms:created xsi:type="dcterms:W3CDTF">2016-02-24T10:43:38Z</dcterms:created>
  <dcterms:modified xsi:type="dcterms:W3CDTF">2026-04-06T19:05:21Z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97ad33d-ed35-43c0-b526-22bc83c17deb_Enabled">
    <vt:lpwstr>true</vt:lpwstr>
  </property>
  <property fmtid="{D5CDD505-2E9C-101B-9397-08002B2CF9AE}" pid="3" name="MSIP_Label_797ad33d-ed35-43c0-b526-22bc83c17deb_SetDate">
    <vt:lpwstr>2023-03-26T23:55:21Z</vt:lpwstr>
  </property>
  <property fmtid="{D5CDD505-2E9C-101B-9397-08002B2CF9AE}" pid="4" name="MSIP_Label_797ad33d-ed35-43c0-b526-22bc83c17deb_Method">
    <vt:lpwstr>Standard</vt:lpwstr>
  </property>
  <property fmtid="{D5CDD505-2E9C-101B-9397-08002B2CF9AE}" pid="5" name="MSIP_Label_797ad33d-ed35-43c0-b526-22bc83c17deb_Name">
    <vt:lpwstr>797ad33d-ed35-43c0-b526-22bc83c17deb</vt:lpwstr>
  </property>
  <property fmtid="{D5CDD505-2E9C-101B-9397-08002B2CF9AE}" pid="6" name="MSIP_Label_797ad33d-ed35-43c0-b526-22bc83c17deb_SiteId">
    <vt:lpwstr>d539d4bf-5610-471a-afc2-1c76685cfefa</vt:lpwstr>
  </property>
  <property fmtid="{D5CDD505-2E9C-101B-9397-08002B2CF9AE}" pid="7" name="MSIP_Label_797ad33d-ed35-43c0-b526-22bc83c17deb_ActionId">
    <vt:lpwstr>14a6384d-df43-4edb-8cf9-fdcaec9b3d08</vt:lpwstr>
  </property>
  <property fmtid="{D5CDD505-2E9C-101B-9397-08002B2CF9AE}" pid="8" name="MSIP_Label_797ad33d-ed35-43c0-b526-22bc83c17deb_ContentBits">
    <vt:lpwstr>1</vt:lpwstr>
  </property>
  <property fmtid="{D5CDD505-2E9C-101B-9397-08002B2CF9AE}" pid="9" name="ContentTypeId">
    <vt:lpwstr>0x0101004EE1501F03CA3A469B1571C266769B39</vt:lpwstr>
  </property>
  <property fmtid="{D5CDD505-2E9C-101B-9397-08002B2CF9AE}" pid="10" name="MediaServiceImageTags">
    <vt:lpwstr/>
  </property>
</Properties>
</file>